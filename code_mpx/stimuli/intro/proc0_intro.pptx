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394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11B881-CE22-40DF-9515-88AE4F8D82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B5BBC8B-818C-41B7-831F-491A696FA8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950B6D-3975-464B-90C8-2880A6F9F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6D2A4-1C6B-4AF9-8535-E8BE20B53B86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322383-8E86-4702-8E84-90D8AD962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95AAA3-4A63-4923-A67D-F63C906DA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ED7AE-C1B7-4F57-BF35-CD972C4EA8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889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751FAF-97FE-4FEF-A544-9226D9029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613471-638D-4A78-839B-7D51410D0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E76174-A8AA-46C6-B7C3-BA3C591BD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6D2A4-1C6B-4AF9-8535-E8BE20B53B86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AEED2F-4644-40B4-9C7E-FE762E5C1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DF1093-6F91-4265-B185-D2F4C28DC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ED7AE-C1B7-4F57-BF35-CD972C4EA8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3262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ED48D1-4AC8-4D45-AFB5-CD7451C36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374855-D7B5-4879-AABB-91C54B122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C950ED-E02C-41A5-A86F-49580F13A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6D2A4-1C6B-4AF9-8535-E8BE20B53B86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2DB645-1DF4-4686-B764-AEC384166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C2D593-6AB5-415C-B546-8BC381E6C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ED7AE-C1B7-4F57-BF35-CD972C4EA8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5563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E61BF9-2305-46FF-B288-3C0E169D1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87A11C-9DA5-44D7-9CEC-58E137F7E6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30DE8DD-643B-490A-BFBE-BB4124E352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8618DC-8A24-4B1C-98F9-129950541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6D2A4-1C6B-4AF9-8535-E8BE20B53B86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4D87D2-AD9D-4FD9-9806-872A8EC4F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110826-26BB-4D89-947E-56BFB3214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ED7AE-C1B7-4F57-BF35-CD972C4EA8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8904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E7DBE2-58BC-4DB6-9787-CB57691D7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F5DC28-027B-467B-A1B7-C1F191D81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F0B8323-4348-412A-8C27-24EB042B7C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253328C-1E92-4BD4-BE5A-2EC2CB0876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A8B436D-65B9-4C0F-897E-8F63D12F9F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3E12B72-F2D1-4B6B-B1A4-08B0ED393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6D2A4-1C6B-4AF9-8535-E8BE20B53B86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9AD385B-E37D-4A16-81CF-BE63EDDF1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C04A87C-D082-4EF2-B24F-80976E5ED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ED7AE-C1B7-4F57-BF35-CD972C4EA8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013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0B2A70-90D9-4063-88FB-7E16C33CF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4686EE-184C-4CC9-9EAF-CB881586F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6D2A4-1C6B-4AF9-8535-E8BE20B53B86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055D2C8-3030-4042-9AB1-363AA5A6C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A19EB40-07B4-45E9-849C-F41BAC3B9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ED7AE-C1B7-4F57-BF35-CD972C4EA8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981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D4089AA-1840-400F-9760-075A1A8F7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6D2A4-1C6B-4AF9-8535-E8BE20B53B86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368E22D-26A4-4575-8ACC-63CB60239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58A7D7-3D75-4C3E-B0F8-979CA47A7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ED7AE-C1B7-4F57-BF35-CD972C4EA8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6189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63CC9F-910B-4E35-9992-0C505170D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2D41DF-60EC-4C1F-921B-F7A2D1E41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EBD1867-481F-445B-96F1-2B64F529C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748037-53E9-4910-AB16-15CBBAF00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6D2A4-1C6B-4AF9-8535-E8BE20B53B86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21F923-89A2-4174-BECF-CED3F98F6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52CB7F0-D8E4-41A0-9D56-7512D9035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ED7AE-C1B7-4F57-BF35-CD972C4EA8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757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E2505E-A045-4CF0-970F-D9106AAD2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8D443CD-9A52-4B03-A63C-4895422A0E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0A6216-3066-448E-BF5A-8A6781F0A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736C9F-BB36-46C4-BD20-0471DF6B2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6D2A4-1C6B-4AF9-8535-E8BE20B53B86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0C3955-0A5B-44C0-95E6-3AEBC951B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FA8400-C0C5-496C-9D4A-5F90F3503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ED7AE-C1B7-4F57-BF35-CD972C4EA8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837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D311DB-5FA0-44A9-A245-C6D97EE48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5EFBD86-3AE9-4E6E-A7AD-DB738A95E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6A1AC1-BDC8-48F8-A432-18413F2E9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6D2A4-1C6B-4AF9-8535-E8BE20B53B86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54C5F0-C274-4DB3-950A-ED017E10B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65DFD8-BD3D-4E0F-BEF8-9CAA3ED80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ED7AE-C1B7-4F57-BF35-CD972C4EA8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651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CC7AA9D-8533-44F7-8E11-DCB4D0AD32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0A9661A-48F6-4038-A42F-9FE52AA5E1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76B709-F7D9-4AC0-A984-23374A654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6D2A4-1C6B-4AF9-8535-E8BE20B53B86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D1A005-F429-4CD7-B7F0-4A457B4C5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C1E7A6-983C-4DC2-BF59-BDEDFA662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ED7AE-C1B7-4F57-BF35-CD972C4EA8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425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1A85527-33D5-492E-9CDC-C11DCE2D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CBF732-933A-4AF5-BDEC-045AC3D16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C11400-0734-486A-B12F-569B38B88D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06D2A4-1C6B-4AF9-8535-E8BE20B53B86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803BD6-970D-4D64-9978-E1590A8948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D0E562-0114-41BA-A015-CC55D4F8E9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5ED7AE-C1B7-4F57-BF35-CD972C4EA8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925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0D50219-3939-45FF-880B-31991ABEEB2D}"/>
              </a:ext>
            </a:extLst>
          </p:cNvPr>
          <p:cNvSpPr txBox="1"/>
          <p:nvPr/>
        </p:nvSpPr>
        <p:spPr>
          <a:xfrm>
            <a:off x="1284426" y="1343608"/>
            <a:ext cx="9623147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练习部分一：自由探索</a:t>
            </a:r>
          </a:p>
          <a:p>
            <a:pPr algn="ctr"/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请按方向键来感受按键对圆盘角度和柱状图的影响：</a:t>
            </a:r>
          </a:p>
          <a:p>
            <a:pPr algn="ctr"/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左右键：调整角度</a:t>
            </a:r>
          </a:p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上下键：改变柱状图高度</a:t>
            </a:r>
          </a:p>
          <a:p>
            <a:pPr algn="ctr"/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准备好后，按空格键继续</a:t>
            </a:r>
          </a:p>
        </p:txBody>
      </p:sp>
    </p:spTree>
    <p:extLst>
      <p:ext uri="{BB962C8B-B14F-4D97-AF65-F5344CB8AC3E}">
        <p14:creationId xmlns:p14="http://schemas.microsoft.com/office/powerpoint/2010/main" val="3703171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0D50219-3939-45FF-880B-31991ABEEB2D}"/>
              </a:ext>
            </a:extLst>
          </p:cNvPr>
          <p:cNvSpPr txBox="1"/>
          <p:nvPr/>
        </p:nvSpPr>
        <p:spPr>
          <a:xfrm>
            <a:off x="1489610" y="957943"/>
            <a:ext cx="9212778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练习部分二：匹配练习</a:t>
            </a:r>
          </a:p>
          <a:p>
            <a:pPr algn="ctr"/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接下来会有</a:t>
            </a:r>
            <a:r>
              <a:rPr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个练习试次</a:t>
            </a:r>
          </a:p>
          <a:p>
            <a:pPr algn="ctr"/>
            <a:r>
              <a: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屏幕右侧会显示目标柱状图</a:t>
            </a:r>
          </a:p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请调整左侧的柱状图使其与右侧目标一致</a:t>
            </a:r>
          </a:p>
          <a:p>
            <a:pPr algn="ctr"/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当两侧柱状图完全匹配时，按空格键进入下一试次</a:t>
            </a:r>
          </a:p>
          <a:p>
            <a:pPr algn="ctr"/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准备好后，按空格键开始</a:t>
            </a:r>
          </a:p>
        </p:txBody>
      </p:sp>
    </p:spTree>
    <p:extLst>
      <p:ext uri="{BB962C8B-B14F-4D97-AF65-F5344CB8AC3E}">
        <p14:creationId xmlns:p14="http://schemas.microsoft.com/office/powerpoint/2010/main" val="3600957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0D50219-3939-45FF-880B-31991ABEEB2D}"/>
              </a:ext>
            </a:extLst>
          </p:cNvPr>
          <p:cNvSpPr txBox="1"/>
          <p:nvPr/>
        </p:nvSpPr>
        <p:spPr>
          <a:xfrm>
            <a:off x="3951823" y="2189584"/>
            <a:ext cx="428835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练习完成！</a:t>
            </a:r>
          </a:p>
          <a:p>
            <a:pPr algn="ctr"/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按空格键继续实验</a:t>
            </a:r>
          </a:p>
        </p:txBody>
      </p:sp>
    </p:spTree>
    <p:extLst>
      <p:ext uri="{BB962C8B-B14F-4D97-AF65-F5344CB8AC3E}">
        <p14:creationId xmlns:p14="http://schemas.microsoft.com/office/powerpoint/2010/main" val="3228657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0D50219-3939-45FF-880B-31991ABEEB2D}"/>
              </a:ext>
            </a:extLst>
          </p:cNvPr>
          <p:cNvSpPr txBox="1"/>
          <p:nvPr/>
        </p:nvSpPr>
        <p:spPr>
          <a:xfrm>
            <a:off x="311333" y="254316"/>
            <a:ext cx="11469807" cy="63493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5500"/>
              </a:lnSpc>
            </a:pPr>
            <a:r>
              <a:rPr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通过左键</a:t>
            </a:r>
            <a:r>
              <a:rPr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←</a:t>
            </a:r>
            <a:r>
              <a:rPr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或者右键</a:t>
            </a:r>
            <a:r>
              <a:rPr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调整圆盘角度</a:t>
            </a:r>
            <a:endParaRPr lang="en-US" altLang="zh-CN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5500"/>
              </a:lnSpc>
            </a:pPr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左右柱子根据圆盘角度，按照一定的比例进行变化</a:t>
            </a:r>
            <a:endParaRPr lang="en-US" altLang="zh-CN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5500"/>
              </a:lnSpc>
            </a:pPr>
            <a:r>
              <a:rPr lang="zh-CN" altLang="en-US" sz="2800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只按左键或者右键，柱子不发生变化</a:t>
            </a:r>
            <a:endParaRPr lang="en-US" altLang="zh-CN" sz="2400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5500"/>
              </a:lnSpc>
            </a:pPr>
            <a:endParaRPr lang="en-US" altLang="zh-CN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5500"/>
              </a:lnSpc>
            </a:pPr>
            <a:r>
              <a:rPr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通过上键或者下键调整柱子的值</a:t>
            </a:r>
            <a:endParaRPr lang="en-US" altLang="zh-CN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5500"/>
              </a:lnSpc>
            </a:pPr>
            <a:endParaRPr lang="en-US" altLang="zh-CN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5500"/>
              </a:lnSpc>
            </a:pPr>
            <a:r>
              <a:rPr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左柱和右柱均无法超出边界</a:t>
            </a:r>
            <a:endParaRPr lang="en-US" altLang="zh-CN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5500"/>
              </a:lnSpc>
            </a:pPr>
            <a:endParaRPr lang="en-US" altLang="zh-CN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5500"/>
              </a:lnSpc>
            </a:pPr>
            <a:r>
              <a:rPr lang="zh-CN" altLang="en-US" sz="2800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熟悉控制方式后，按空格进入练习</a:t>
            </a:r>
          </a:p>
        </p:txBody>
      </p:sp>
    </p:spTree>
    <p:extLst>
      <p:ext uri="{BB962C8B-B14F-4D97-AF65-F5344CB8AC3E}">
        <p14:creationId xmlns:p14="http://schemas.microsoft.com/office/powerpoint/2010/main" val="1989631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175</Words>
  <Application>Microsoft Office PowerPoint</Application>
  <PresentationFormat>宽屏</PresentationFormat>
  <Paragraphs>29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peixuan mao</dc:creator>
  <cp:lastModifiedBy>peixuan mao</cp:lastModifiedBy>
  <cp:revision>9</cp:revision>
  <dcterms:created xsi:type="dcterms:W3CDTF">2025-11-09T16:00:36Z</dcterms:created>
  <dcterms:modified xsi:type="dcterms:W3CDTF">2025-11-09T16:27:20Z</dcterms:modified>
</cp:coreProperties>
</file>