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2" r:id="rId5"/>
    <p:sldId id="260" r:id="rId6"/>
    <p:sldId id="261" r:id="rId7"/>
    <p:sldId id="25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>
        <p:scale>
          <a:sx n="200" d="100"/>
          <a:sy n="200" d="100"/>
        </p:scale>
        <p:origin x="-2424" y="-144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2025/11/10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25395" y="3176905"/>
            <a:ext cx="7141845" cy="504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按【空格键】开始练习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25395" y="3176905"/>
            <a:ext cx="7141845" cy="504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按【空格键】开始正式实验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25395" y="3176905"/>
            <a:ext cx="7141845" cy="504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他们相差多少？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25395" y="2920641"/>
            <a:ext cx="7141845" cy="8010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他们相差多少？</a:t>
            </a:r>
            <a:b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请通过左图反映出差值的绝对值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6409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25395" y="3176905"/>
            <a:ext cx="7141845" cy="504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他们的中点值是多少？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25395" y="2797175"/>
            <a:ext cx="7141845" cy="1337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该试次中点值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上试次中点值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的中点值是多少？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94280" y="1978660"/>
            <a:ext cx="2739390" cy="1030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320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正确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94280" y="3655695"/>
            <a:ext cx="2739390" cy="1030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错误</a:t>
            </a:r>
          </a:p>
        </p:txBody>
      </p:sp>
      <p:sp>
        <p:nvSpPr>
          <p:cNvPr id="3" name="矩形 2"/>
          <p:cNvSpPr/>
          <p:nvPr/>
        </p:nvSpPr>
        <p:spPr>
          <a:xfrm>
            <a:off x="2854325" y="1590040"/>
            <a:ext cx="2018665" cy="136080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/>
              <a:t>v</a:t>
            </a:r>
          </a:p>
        </p:txBody>
      </p:sp>
      <p:sp>
        <p:nvSpPr>
          <p:cNvPr id="5" name="矩形 4"/>
          <p:cNvSpPr/>
          <p:nvPr/>
        </p:nvSpPr>
        <p:spPr>
          <a:xfrm>
            <a:off x="2854325" y="3274060"/>
            <a:ext cx="2018665" cy="136080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/>
              <a:t>v</a:t>
            </a:r>
          </a:p>
        </p:txBody>
      </p:sp>
      <p:sp>
        <p:nvSpPr>
          <p:cNvPr id="6" name="矩形 5"/>
          <p:cNvSpPr/>
          <p:nvPr/>
        </p:nvSpPr>
        <p:spPr>
          <a:xfrm>
            <a:off x="7259955" y="1590040"/>
            <a:ext cx="2281555" cy="90868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谁住在村庄</a:t>
            </a:r>
            <a:r>
              <a:rPr lang="en-US" altLang="zh-CN">
                <a:solidFill>
                  <a:schemeClr val="bg1"/>
                </a:solidFill>
              </a:rPr>
              <a:t>A</a:t>
            </a:r>
            <a:r>
              <a:rPr lang="zh-CN" altLang="en-US">
                <a:solidFill>
                  <a:schemeClr val="bg1"/>
                </a:solidFill>
              </a:rPr>
              <a:t>？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7259955" y="2871470"/>
            <a:ext cx="2281555" cy="90868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谁住在村庄</a:t>
            </a:r>
            <a:r>
              <a:rPr lang="en-US" altLang="zh-CN">
                <a:solidFill>
                  <a:schemeClr val="bg1"/>
                </a:solidFill>
              </a:rPr>
              <a:t>B</a:t>
            </a:r>
            <a:r>
              <a:rPr lang="zh-CN" altLang="en-US">
                <a:solidFill>
                  <a:schemeClr val="bg1"/>
                </a:solidFill>
              </a:rPr>
              <a:t>？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7259955" y="4152900"/>
            <a:ext cx="2281555" cy="90868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谁住在村庄</a:t>
            </a:r>
            <a:r>
              <a:rPr lang="en-US" altLang="zh-CN">
                <a:solidFill>
                  <a:schemeClr val="bg1"/>
                </a:solidFill>
              </a:rPr>
              <a:t>C</a:t>
            </a:r>
            <a:r>
              <a:rPr lang="zh-CN" altLang="en-US">
                <a:solidFill>
                  <a:schemeClr val="bg1"/>
                </a:solidFill>
              </a:rPr>
              <a:t>？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843405" y="5391150"/>
            <a:ext cx="2281555" cy="90868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左值已匹配</a:t>
            </a:r>
          </a:p>
        </p:txBody>
      </p:sp>
      <p:sp>
        <p:nvSpPr>
          <p:cNvPr id="10" name="矩形 9"/>
          <p:cNvSpPr/>
          <p:nvPr/>
        </p:nvSpPr>
        <p:spPr>
          <a:xfrm>
            <a:off x="4368800" y="5391150"/>
            <a:ext cx="2281555" cy="90868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右值已匹配</a:t>
            </a:r>
          </a:p>
        </p:txBody>
      </p:sp>
      <p:sp>
        <p:nvSpPr>
          <p:cNvPr id="11" name="矩形 10"/>
          <p:cNvSpPr/>
          <p:nvPr/>
        </p:nvSpPr>
        <p:spPr>
          <a:xfrm>
            <a:off x="6894195" y="5391150"/>
            <a:ext cx="2281555" cy="90868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完全匹配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83</Words>
  <Application>Microsoft Office PowerPoint</Application>
  <PresentationFormat>宽屏</PresentationFormat>
  <Paragraphs>17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宋体</vt:lpstr>
      <vt:lpstr>Arial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peixuan mao</cp:lastModifiedBy>
  <cp:revision>163</cp:revision>
  <dcterms:created xsi:type="dcterms:W3CDTF">2019-06-19T02:08:00Z</dcterms:created>
  <dcterms:modified xsi:type="dcterms:W3CDTF">2025-11-10T06:48:41Z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FEEC28587E364F5DA38A4AC69FD19D5F_11</vt:lpwstr>
  </property>
</Properties>
</file>